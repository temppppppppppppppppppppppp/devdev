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420624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취약점과 해결 방안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6949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시나리오별로 보면 취약점의 무게중심이 달라지지만, 공통 핵심은 API/자격증명 관리다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0991088" y="493776"/>
            <a:ext cx="502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394960" cy="457200"/>
          </a:xfrm>
          <a:prstGeom prst="rect">
            <a:avLst/>
          </a:prstGeom>
          <a:solidFill>
            <a:srgbClr val="BA6B2D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45336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포기 · 운영 전용 백엔드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084832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249424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340864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615184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1188720" y="2606040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리스크는 외부 해킹보다 평문 API 키 저장, 백업본, subprocess env 확산이다.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1188720" y="3008376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원고·판정 사유·운영 로그는 계속 필요하므로, 기기/계정 통제가 약하면 그대로 노출된다.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005840" y="3419856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188720" y="3410712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공격면은 줄지만 secret 관리가 약하면 내부 운영형 구조도 안전하지 않다.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41248" y="3785616"/>
            <a:ext cx="5029200" cy="1792224"/>
          </a:xfrm>
          <a:prstGeom prst="roundRect">
            <a:avLst>
              <a:gd name="adj" fmla="val 4082"/>
            </a:avLst>
          </a:prstGeom>
          <a:solidFill>
            <a:srgbClr val="F7F3EB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3968496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059936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4334256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1188720" y="4325112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desktop/bridge를 걷어내고 CLI/배치 중심으로 단순화한다.</a:t>
            </a:r>
            <a:endParaRPr lang="en-US" sz="1015" dirty="0"/>
          </a:p>
        </p:txBody>
      </p:sp>
      <p:sp>
        <p:nvSpPr>
          <p:cNvPr id="24" name="Text 22"/>
          <p:cNvSpPr/>
          <p:nvPr/>
        </p:nvSpPr>
        <p:spPr>
          <a:xfrm>
            <a:off x="1005840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25" name="Text 23"/>
          <p:cNvSpPr/>
          <p:nvPr/>
        </p:nvSpPr>
        <p:spPr>
          <a:xfrm>
            <a:off x="1188720" y="4727448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key보다 Vertex service account 또는 OS credential store로 전환한다.</a:t>
            </a:r>
            <a:endParaRPr lang="en-US" sz="1015" dirty="0"/>
          </a:p>
        </p:txBody>
      </p:sp>
      <p:sp>
        <p:nvSpPr>
          <p:cNvPr id="26" name="Text 24"/>
          <p:cNvSpPr/>
          <p:nvPr/>
        </p:nvSpPr>
        <p:spPr>
          <a:xfrm>
            <a:off x="1005840" y="5138928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27" name="Text 25"/>
          <p:cNvSpPr/>
          <p:nvPr/>
        </p:nvSpPr>
        <p:spPr>
          <a:xfrm>
            <a:off x="1188720" y="5129784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계정 분리, 디스크 암호화, 최소 감사 로그만 유지한다.</a:t>
            </a:r>
            <a:endParaRPr lang="en-US" sz="1015" dirty="0"/>
          </a:p>
        </p:txBody>
      </p:sp>
      <p:sp>
        <p:nvSpPr>
          <p:cNvPr id="28" name="Shape 26"/>
          <p:cNvSpPr/>
          <p:nvPr/>
        </p:nvSpPr>
        <p:spPr>
          <a:xfrm>
            <a:off x="614476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1417320"/>
            <a:ext cx="5394960" cy="457200"/>
          </a:xfrm>
          <a:prstGeom prst="rect">
            <a:avLst/>
          </a:prstGeom>
          <a:solidFill>
            <a:srgbClr val="2F6E73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1545336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운영용 FE 유지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27648" y="2084832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3952" y="2249424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340864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2615184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675120" y="2606040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 bridge 무인증, 전역 WebSocket broadcast, prompt/input 노출이 현재 제일 직접적인 취약점이다.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6492240" y="3017520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675120" y="3008376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settings.json 평문 키 저장과 .bak 복구본은 로컬 탈취 면을 넓힌다.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6492240" y="3419856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6675120" y="3410712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FE 자체보다 control plane과 secret 저장 방식이 문제의 중심이다.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6327648" y="3785616"/>
            <a:ext cx="5029200" cy="1792224"/>
          </a:xfrm>
          <a:prstGeom prst="roundRect">
            <a:avLst>
              <a:gd name="adj" fmla="val 4082"/>
            </a:avLst>
          </a:prstGeom>
          <a:solidFill>
            <a:srgbClr val="F7F3EB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73952" y="3968496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4059936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4334256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44" name="Text 42"/>
          <p:cNvSpPr/>
          <p:nvPr/>
        </p:nvSpPr>
        <p:spPr>
          <a:xfrm>
            <a:off x="6675120" y="4325112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대신 로컬 IPC 또는 세션 토큰 기반 bridge로 제한한다.</a:t>
            </a:r>
            <a:endParaRPr lang="en-US" sz="1015" dirty="0"/>
          </a:p>
        </p:txBody>
      </p:sp>
      <p:sp>
        <p:nvSpPr>
          <p:cNvPr id="45" name="Text 43"/>
          <p:cNvSpPr/>
          <p:nvPr/>
        </p:nvSpPr>
        <p:spPr>
          <a:xfrm>
            <a:off x="6492240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46" name="Text 44"/>
          <p:cNvSpPr/>
          <p:nvPr/>
        </p:nvSpPr>
        <p:spPr>
          <a:xfrm>
            <a:off x="6675120" y="4727448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WebSocket은 run_id 또는 세션 단위로 scope를 분리한다.</a:t>
            </a:r>
            <a:endParaRPr lang="en-US" sz="1015" dirty="0"/>
          </a:p>
        </p:txBody>
      </p:sp>
      <p:sp>
        <p:nvSpPr>
          <p:cNvPr id="47" name="Text 45"/>
          <p:cNvSpPr/>
          <p:nvPr/>
        </p:nvSpPr>
        <p:spPr>
          <a:xfrm>
            <a:off x="6492240" y="5138928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48" name="Text 46"/>
          <p:cNvSpPr/>
          <p:nvPr/>
        </p:nvSpPr>
        <p:spPr>
          <a:xfrm>
            <a:off x="6675120" y="5129784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평문 저장을 없애고, FE는 운영 편의 기능만 담당하게 만든다.</a:t>
            </a:r>
            <a:endParaRPr lang="en-US" sz="1015" dirty="0"/>
          </a:p>
        </p:txBody>
      </p:sp>
      <p:sp>
        <p:nvSpPr>
          <p:cNvPr id="49" name="Shape 47"/>
          <p:cNvSpPr/>
          <p:nvPr/>
        </p:nvSpPr>
        <p:spPr>
          <a:xfrm>
            <a:off x="841248" y="6080760"/>
            <a:ext cx="10497312" cy="310896"/>
          </a:xfrm>
          <a:prstGeom prst="roundRect">
            <a:avLst>
              <a:gd name="adj" fmla="val 2352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4128" y="6163056"/>
            <a:ext cx="1013155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FE를 안 만들면 공격면은 크게 줄지만, 어떤 시나리오든 보안의 중심은 API/자격증명 관리와 실행 권한 통제다.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글도비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Geuldobi Security Scenario One Slide</dc:title>
  <dc:subject>FE 시나리오별 현재 취약점과 해결 방향</dc:subject>
  <dc:creator>Codex</dc:creator>
  <cp:lastModifiedBy>Codex</cp:lastModifiedBy>
  <cp:revision>1</cp:revision>
  <dcterms:created xsi:type="dcterms:W3CDTF">2026-03-31T04:35:37Z</dcterms:created>
  <dcterms:modified xsi:type="dcterms:W3CDTF">2026-03-31T04:35:37Z</dcterms:modified>
</cp:coreProperties>
</file>