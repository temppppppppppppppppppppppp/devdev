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92608"/>
            <a:ext cx="4144975" cy="6565392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82296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글도비 파이프라인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Compact Brief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196596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기준: geuldobi-pipeline-compact-human-brief.md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76656" y="2423160"/>
            <a:ext cx="6446520" cy="1234440"/>
          </a:xfrm>
          <a:prstGeom prst="roundRect">
            <a:avLst>
              <a:gd name="adj" fmla="val 5926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32888"/>
            <a:ext cx="6153912" cy="1014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글도비는 Stage 0/2/3/4마다 save-handoff gate를 두는 계층형 파이프라인이며, Stage 4에서는 Writer LLM과 Director LLM을 분리해 원고를 판정한다.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393192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4014216"/>
            <a:ext cx="202082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Writer LLM / Director LLM 분리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39319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4014216"/>
            <a:ext cx="2340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/ PASS_WITH_FIX / REJECT 루프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07024" y="393192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4014216"/>
            <a:ext cx="156362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컨텍스트 재주입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" y="4572000"/>
            <a:ext cx="6492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47365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발표에서 보여 줄 것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7824" y="5029200"/>
            <a:ext cx="5943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Stage 0-2-3-4 전체샷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Writer / Python / Director 역할 분리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Stage 4 pass-fix / reject retry 상세 루프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저장 이후 컨텍스트 계층화와 현재 병목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94192" y="786384"/>
            <a:ext cx="3154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3648" y="9875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13648" y="1353312"/>
            <a:ext cx="26060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글쓰기 봇이 아니라,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자산 -&gt; 생성 -&gt; 심사 -&gt; 저장 -&gt; 재주입이 이어지는 폐루프형 생산 시스템이다.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94192" y="310896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3648" y="3355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13648" y="3730752"/>
            <a:ext cx="26060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강점은 연속성과 추적 가능성,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과제는 retry 비용 절감과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오염 제어, 인간 선호 품질의 안정화다.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018520" y="51206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0-2-3-4 전체샷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스테이지에 저장 전 판정 또는 handoff 차단 지점이 있다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45952" y="4389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63040"/>
            <a:ext cx="2578608" cy="438912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 생성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자산 정리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68096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 gate / handoff 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RETRY면 재작성,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저장 또는 handoff 중단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584448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4448" y="1463040"/>
            <a:ext cx="2578608" cy="438912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 generation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 arc 설계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730752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858768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finalize gate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arc patch,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arc 재생성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547104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7104" y="1463040"/>
            <a:ext cx="2578608" cy="43891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11696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11696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blueprint generation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 설계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693408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821424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 gate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11696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11696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blueprint patch,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blueprint 재작성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509760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09760" y="1463040"/>
            <a:ext cx="2578608" cy="43891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74352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674352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manuscript generation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 draft 작성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9656064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9784080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interview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74352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74352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local patch loop,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retry routing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21792" y="56692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" y="5779008"/>
            <a:ext cx="1068019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포인트: 글도비는 단순 직렬 파이프라인이 아니라, 각 stage마다 판정 게이트와 수정 경로가 붙어 있는 계층형 운영 구조다.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4 Writer-Director 분업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생성과 판정을 분리하고, Python은 사전검증과 라우팅을 맡는다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45952" y="4389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3504" y="1627632"/>
            <a:ext cx="19202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65376"/>
            <a:ext cx="144475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컨텍스트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267712"/>
            <a:ext cx="16276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stored 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2 arc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3 blueprint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627632"/>
            <a:ext cx="197510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25496" y="1783080"/>
            <a:ext cx="1719072" cy="384048"/>
          </a:xfrm>
          <a:prstGeom prst="roundRect">
            <a:avLst>
              <a:gd name="adj" fmla="val 19048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35224" y="1865376"/>
            <a:ext cx="14996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Chief Writer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43784" y="2267712"/>
            <a:ext cx="16824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ensemble 3개 후보 생성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초안 생산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627632"/>
            <a:ext cx="184708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74336" y="1783080"/>
            <a:ext cx="1591056" cy="384048"/>
          </a:xfrm>
          <a:prstGeom prst="roundRect">
            <a:avLst>
              <a:gd name="adj" fmla="val 19048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1865376"/>
            <a:ext cx="1371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precheck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92624" y="2267712"/>
            <a:ext cx="1554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검증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라우팅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reject 권한은 없음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67144" y="1627632"/>
            <a:ext cx="20116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1783080"/>
            <a:ext cx="175564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4888" y="1865376"/>
            <a:ext cx="153619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interview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13448" y="2267712"/>
            <a:ext cx="171907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/ PASS_WITH_FIX / REJECT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판정 + 수정 지시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1627632"/>
            <a:ext cx="254203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80576" y="17830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90304" y="1865376"/>
            <a:ext cx="20665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Persist + next prompt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98864" y="2267712"/>
            <a:ext cx="224942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episode_bible / world_state / fact_ledger 저장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화 prompt 재구성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42032" y="2103120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90872" y="2103120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11696" y="2103120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06256" y="2103120"/>
            <a:ext cx="128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86384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" y="468172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416" y="4764024"/>
            <a:ext cx="9235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Chief Writer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2688" y="5148072"/>
            <a:ext cx="318211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만든다. 여러 초안을 병렬 생산해 선택 가능한 원고 집합을 제공한다.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4297680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43984" y="468172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4764024"/>
            <a:ext cx="9235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runtime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43984" y="5148072"/>
            <a:ext cx="318211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검증, 분기, retry routing을 맡는다. 판단 근거는 전달하지만 최종 품질 판정 주체는 아니다.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7808976" y="452628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468172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65008" y="4764024"/>
            <a:ext cx="92354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LLM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5280" y="5148072"/>
            <a:ext cx="318211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인터뷰와 선택, 수정 범위 지시를 맡는다. Director가 reject authority를 가진다.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4 상세 루프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PASS_WITH_FIX는 accept branch 내부 patch loop이고, REJECT는 retry routing으로 빠진다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45952" y="4389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29968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and persist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검증까지 통과하면 저장 후보가 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43984" y="13716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53896"/>
            <a:ext cx="15179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43984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65960"/>
            <a:ext cx="29626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pass-fix patch loop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branch 안에서 수정하고 Director가 다시 감리한다.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5644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38528"/>
            <a:ext cx="2944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routing</a:t>
            </a:r>
            <a:endParaRPr lang="en-US" sz="1060" dirty="0"/>
          </a:p>
          <a:p>
            <a:pPr algn="ctr" indent="0" marL="0">
              <a:buNone/>
            </a:pPr>
            <a:r>
              <a:rPr lang="en-US" sz="10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pathology가 반복되면 더 큰 재생성 또는 상위 단계 재작성으로 올라간다.</a:t>
            </a:r>
            <a:endParaRPr lang="en-US" sz="106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3182112"/>
          <a:ext cx="1069848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868680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retry lane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E7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inplace patch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초안을 유지한 채 명확한 오류 지점만 국소 수정한다.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reduced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장면 또는 논리 블록만 다시 써서 비용을 낮춘다.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patch 계약이 무너지면 거의 새 원고처럼 다시 생성한다.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 레벨에서 수렴하지 않으면 단일 에피소드 blueprint까지 역피드백을 올린다.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QR-7 reroute / HIL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pathology가 반복되면 full rewrite reroute 또는 인간 개입 구간으로 escalation된다.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9808" y="5742432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5852160"/>
            <a:ext cx="104058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요지: 첫 라운드는 ensemble 3개 후보에서 시작하고, Stage 4 기준 기본 5회 기회가 소진되면 HIL 또는 stop으로 넘어간다.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경로는 스테이지마다 다르다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PASS_WITH_FIX라도 stage별 처리 방식과 복구 범위가 다르다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45952" y="4389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17320"/>
          <a:ext cx="10972800" cy="4343400"/>
        </p:xfrm>
        <a:graphic>
          <a:graphicData uri="http://schemas.openxmlformats.org/drawingml/2006/table">
            <a:tbl>
              <a:tblPr/>
              <a:tblGrid>
                <a:gridCol w="1005840"/>
                <a:gridCol w="1874520"/>
                <a:gridCol w="3931920"/>
                <a:gridCol w="416052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6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 / PASS_WITH_FIX 처리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E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REJECT 또는 실패 시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443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0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review gate / handoff gate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save-handoff 적합성 review. 통과하지 못하면 저장이나 다음 단계 handoff를 막는다.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RETRY면 재작성, REJECT면 stop.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2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finalize gate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PASS_WITH_FIX면 arc patch 후 Director 재감리.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해결되지 않으면 REJECT로 떨어지고 arc를 다시 잡는다.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3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validate gate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PASS_WITH_FIX면 blueprint patch. PASS_WITH_WARNING도 존재한다.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quality gate, dead-NPC precheck에서 다시 REJECT로 내려갈 수 있다.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4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b="1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 interview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PASS_WITH_FIX는 accept branch 내부 local patch loop다.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REJECT면 retry routing으로 들어가 partial / full / blueprint regenerate가 열린다.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8368" y="5852160"/>
            <a:ext cx="10972800" cy="530352"/>
          </a:xfrm>
          <a:prstGeom prst="roundRect">
            <a:avLst>
              <a:gd name="adj" fmla="val 13793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5961888"/>
            <a:ext cx="1068019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'수정'이라는 표현을 쓰더라도, 실제로는 stage-local patch부터 full regenerate, blueprint regenerate까지 범위가 다르게 설계되어 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이후의 컨텍스트 재주입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PASS된 결과는 다음 화 생성 때 계층형 컨텍스트로 다시 조립된다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45952" y="4389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6656" y="1417320"/>
            <a:ext cx="3794760" cy="44805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459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저장되는 자산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2011680"/>
            <a:ext cx="3108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episode_bible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world_state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fact_ledger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stage_attempts / director_selections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recent manuscripts / blueprint history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arc / current blueprint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96112" y="484632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956048"/>
            <a:ext cx="30906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저장으로 끝나지 않는다. 다음 화 Writer prompt의 재료로 다시 투입된다.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67482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645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4 Context Builder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0" y="1993392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2112264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0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199632" y="2093976"/>
            <a:ext cx="490118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world_state / fact_ledger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029200" y="2798064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2916936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1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199632" y="2898648"/>
            <a:ext cx="490118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episode_bible / recent manuscript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029200" y="3602736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5504" y="3721608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2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199632" y="3703320"/>
            <a:ext cx="490118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stage_attempts / retry pathology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029200" y="4407408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4526280"/>
            <a:ext cx="1097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3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199632" y="4507992"/>
            <a:ext cx="490118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arc / current blueprint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029200" y="5358384"/>
            <a:ext cx="2971800" cy="512064"/>
          </a:xfrm>
          <a:prstGeom prst="roundRect">
            <a:avLst>
              <a:gd name="adj" fmla="val 1428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5504" y="5468112"/>
            <a:ext cx="267919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연속성과 추적 가능성이 높아진다.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02168" y="5358384"/>
            <a:ext cx="3044952" cy="512064"/>
          </a:xfrm>
          <a:prstGeom prst="roundRect">
            <a:avLst>
              <a:gd name="adj" fmla="val 14286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8472" y="5468112"/>
            <a:ext cx="27523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리스크: 상류 오류나 오염된 컨텍스트가 다음 단계 전체로 전염될 수 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주요 병목 3가지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관찰상 retry 비용, 계약 정규화, 인간 선호 품질이 핵심 병목이다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45952" y="4389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문제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기준에 바로 맞는 원고가 나오지 않는 경우가 많다.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Writer가 여러 차례 재생성해야 해서 비용과 시간이 함께 늘어난다.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4370832"/>
            <a:ext cx="2788920" cy="512064"/>
          </a:xfrm>
          <a:prstGeom prst="roundRect">
            <a:avLst>
              <a:gd name="adj" fmla="val 14286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4480560"/>
            <a:ext cx="24963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중심: retry 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87368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9976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 문제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88536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간 암묵적 계약과 컨텍스트 계층화가 완전히 정규화되지 않았다.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간 오염이 발생하면 HIL을 쉽게 뺄 수 없다.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0248" y="4370832"/>
            <a:ext cx="2788920" cy="512064"/>
          </a:xfrm>
          <a:prstGeom prst="roundRect">
            <a:avLst>
              <a:gd name="adj" fmla="val 14286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4480560"/>
            <a:ext cx="24963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중심: contract normalization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61504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4384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퀄리티 문제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62672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연속성과 정합성을 맞춘 원고라도 사람 기준의 재미, 문체, 흡입력은 별도 문제다.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 해결과 인간 선호는 자동으로 일치하지 않는다.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44384" y="4370832"/>
            <a:ext cx="2788920" cy="512064"/>
          </a:xfrm>
          <a:prstGeom prst="roundRect">
            <a:avLst>
              <a:gd name="adj" fmla="val 1428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90688" y="4480560"/>
            <a:ext cx="2496312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 중심: preference quality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5559552"/>
            <a:ext cx="9902952" cy="621792"/>
          </a:xfrm>
          <a:prstGeom prst="roundRect">
            <a:avLst>
              <a:gd name="adj" fmla="val 11765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669280"/>
            <a:ext cx="961034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정리: 지금의 핵심 과제는 '더 많이 쓰게 하는 것'이 아니라, retry 비용 절감 + 컨텍스트 오염 제어 + 인간 선호 품질 안정화를 동시에 달성하는 것이다.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결론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강점과 현재 과제를 한 장에 닫는다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45952" y="4389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444752"/>
            <a:ext cx="4709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824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시스템이 실제로 하는 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2029968"/>
            <a:ext cx="397764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자산 -&gt; Writer 생성 -&gt; Director 판정 -&gt; 저장 -&gt; 컨텍스트 재주입</a:t>
            </a:r>
            <a:endParaRPr lang="en-US" sz="1130" dirty="0"/>
          </a:p>
          <a:p>
            <a:pPr algn="l" indent="0" marL="0">
              <a:buNone/>
            </a:pP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연속성 유지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추적 가능성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stage별 수정 경로 분리</a:t>
            </a:r>
            <a:endParaRPr lang="en-US" sz="1130" dirty="0"/>
          </a:p>
          <a:p>
            <a:pPr algn="l" indent="0" marL="0">
              <a:buNone/>
            </a:pP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핵심 과제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retry 비용 절감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컨텍스트 오염 제어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인간 선호 품질 안정화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705856" y="1444752"/>
            <a:ext cx="5742432" cy="2240280"/>
          </a:xfrm>
          <a:prstGeom prst="roundRect">
            <a:avLst>
              <a:gd name="adj" fmla="val 326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0176" y="17739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 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0176" y="2212848"/>
            <a:ext cx="5193792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글도비는 '원고를 한 번 뽑는 도구'가 아니라,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판정과 재주입까지 포함한 폐루프형 서사 생산 시스템이다.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05856" y="3913632"/>
            <a:ext cx="57424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0176" y="41696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질의응답 포인트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0176" y="4517136"/>
            <a:ext cx="49377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왜 Writer와 Director를 분리했는가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왜 저장 후 재주입 구조가 필요한가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현재 병목을 줄이면 무엇이 가장 먼저 개선되는가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글도비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글도비 파이프라인 Compact Brief</dc:title>
  <dc:subject>글도비 파이프라인 컴팩트 브리프 발표 초안</dc:subject>
  <dc:creator>Codex</dc:creator>
  <cp:lastModifiedBy>Codex</cp:lastModifiedBy>
  <cp:revision>1</cp:revision>
  <dcterms:created xsi:type="dcterms:W3CDTF">2026-03-31T03:53:52Z</dcterms:created>
  <dcterms:modified xsi:type="dcterms:W3CDTF">2026-03-31T03:53:52Z</dcterms:modified>
</cp:coreProperties>
</file>