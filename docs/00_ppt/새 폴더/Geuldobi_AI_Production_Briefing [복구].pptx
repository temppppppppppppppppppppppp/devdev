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3" autoAdjust="0"/>
    <p:restoredTop sz="94610"/>
  </p:normalViewPr>
  <p:slideViewPr>
    <p:cSldViewPr snapToGrid="0" snapToObjects="1">
      <p:cViewPr>
        <p:scale>
          <a:sx n="119" d="100"/>
          <a:sy n="119" d="100"/>
        </p:scale>
        <p:origin x="102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0606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목표사항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 smtClean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집필</a:t>
            </a:r>
            <a:r>
              <a:rPr lang="en-US" sz="1050" dirty="0" smtClean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ko-KR" altLang="en-US" sz="1050" dirty="0" smtClean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루프 대체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64240" y="47548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선언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10972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4708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어떻게 </a:t>
            </a:r>
            <a:r>
              <a:rPr lang="ko-KR" altLang="en-US" b="1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집필할지에</a:t>
            </a:r>
            <a:r>
              <a:rPr lang="ko-KR" altLang="en-US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대한 </a:t>
            </a:r>
            <a:r>
              <a:rPr lang="ko-KR" altLang="en-US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처리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0972800" cy="20574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대체 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구조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글도비 지향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집필 루프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PD와 작가가 기획과 집필을 나눈다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기획 조건을 읽고 원고를 생산한다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 루프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 편집자가 검토하고 수정 지시를 준다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평가하고 수정 루프를 다시 돌린다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인간이 최종 승인한다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판정을 맡고 인간은 과도기에만 남는다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 확장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 수와 일정이 병목이 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예산과 운영 효율이 병목이 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532120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F1E2D4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5641848"/>
            <a:ext cx="10680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인간 보조가 아니라 인간 치환이다. 발표에서 이 목적을 흐리면 글도비의 존재 이유가 사라진다.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구조와 현재 상태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지향은 인간 배제이고, 현재는 drift 때문에 과도기라는 점을 분리해서 본다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64240" y="47548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2/8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972800" cy="37033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06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지향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기획안을 바탕으로 글을 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초안 생산은 이미 AI가 담당 가능하다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품질을 판정하고 수정 루프를 돌린다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drift 때문에 human-in-the-loop가 아직 남아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시스템이 생산과 로그를 통제한다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Director와 운영자가 과도기 보정 역할을 맡는다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A6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 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현재는 완전 무인이 아니라 무인화로 가는 과도기다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230368"/>
            <a:ext cx="10972800" cy="932688"/>
          </a:xfrm>
          <a:prstGeom prst="roundRect">
            <a:avLst>
              <a:gd name="adj" fmla="val 7843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" y="5340096"/>
            <a:ext cx="106801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의도를 숨길 필요는 없다. 지금 단계의 정확한 표현은 “인간 배제를 지향하지만, 현재는 drift 때문에 인간이 일부 남아 있는 상태”다.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파이프라인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0-2-3-4를 거치며 AI가 설계, 생산, 평가를 수행한다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64240" y="47548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3/8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972800" cy="40690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 / BI 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작품의 씨앗을 데이터 구조로 고정한다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 / BI 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Bible + 장르/시점/문체 설정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세계관과 작품 규칙을 정의한다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Bible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2~6화 단위 이야기 배분을 설계한다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Blueprint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화별 스켈레톤을 만든다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Blueprint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Manuscript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원고를 생성하고 심사한다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86400"/>
            <a:ext cx="10972800" cy="713232"/>
          </a:xfrm>
          <a:prstGeom prst="roundRect">
            <a:avLst>
              <a:gd name="adj" fmla="val 10256"/>
            </a:avLst>
          </a:prstGeom>
          <a:solidFill>
            <a:srgbClr val="F1E2D4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" y="5596128"/>
            <a:ext cx="10680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건 단계가 많다는 사실이 아니라, 각 단계에 판정 게이트와 수정 루프가 붙어 있다는 점이다. 글도비는 단발 생성이 아니라 생산 라인이다.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사업 구조가 바뀌는가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품질 보조가 아니라 선인세, RS, IP 통제, 생산 스케일의 재편이다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64240" y="47548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4/8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972800" cy="42519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 포트폴리오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글도비 운영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선인세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작품별로 선지급이 필요하다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F6B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선인세가 없다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작가 섭외를 위한 선투입 비용이 빠진다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발생 후에도 배분이 계속 붙는다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F6B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RS가 없다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성과가 나도 회사 밖으로 빠지는 몫이 줄어든다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IP 통제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권리와 협의 구조가 분산될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F6B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IP 통제가 가능하다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자산화와 후속 활용의 통제권이 높다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 병목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 수가 늘수록 사람 수와 일정이 병목이 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F6B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예산과 운영 효율이 병목이 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생산량이 인력보다 시스템 예산에 연동된다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구조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인건비 + 선인세 + RS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F6B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중심 변동비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구조 자체가 다르게 설계된다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87568"/>
            <a:ext cx="10972800" cy="530352"/>
          </a:xfrm>
          <a:prstGeom prst="roundRect">
            <a:avLst>
              <a:gd name="adj" fmla="val 13793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" y="5797296"/>
            <a:ext cx="10680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 글도비는 “작가를 더 잘 돕는 도구”가 아니라, 인간 집필 구조를 API 비용 중심 구조로 갈아타게 만드는 인프라다.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포트폴리오도 안전하지 않다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비용만 과하게 위험해 보이는 착시는 인간 시장의 편차를 빼고 보기 때문에 생긴다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64240" y="47548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5/8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972800" cy="41605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작품당 12개월 합산 P50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1,327만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 시장 중앙값도 절대적으로 높은 수준은 아니다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하위 50% 매출 점유율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E44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5.9%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절반의 작품이 전체 매출의 5.9%만 차지한다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12개월 1,000만 미만 작품 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74/160작품 (46%)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절반 가까이가 12개월 1,000만 미만이다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선인세 500만 + 작가 몫 70% 미회수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E44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60/160작품 (38%)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 포트폴리오도 선인세 미회수 위험이 적지 않다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해석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A6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인간도 원래 안전하지 않다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운영비만 유독 위험하다고 보면 비교 기준이 왜곡된다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559552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F1E2D4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" y="5669280"/>
            <a:ext cx="10680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슬라이드의 요지는 인간보다 AI가 무조건 낫다는 주장이 아니라, 인간 구조 역시 이미 미회수와 편차가 큰 시장이라는 점을 먼저 인정하자는 것이다.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기술적으로 어디까지 왔는가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쓰고 AI가 평가하는 구조는 이미 어느 수준까지는 작동하고 있다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64240" y="47548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7/8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972800" cy="41605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0 → 2 → 3 → 4 완성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기획, 설계, 원고 생산이 계층 구조로 분리되어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 생산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투자물·무협 14개 에피소드 무인 연속 생산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end-to-end 운용이 완전히 가정 단계는 아니다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F6B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3,170개 케이스 통과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레벨 검증 표면이 충분히 크다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전문화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47개 LLM 에이전트 / 10개 장르 지원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집필 보조가 아니라 운영 시스템 형태다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통제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6-Tier 검증 + 7단계 Advisory Chain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쓰고 AI가 평가하는 구조를 지탱하는 장치다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559552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F1E2D4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6" name="Text 5"/>
          <p:cNvSpPr/>
          <p:nvPr/>
        </p:nvSpPr>
        <p:spPr>
          <a:xfrm>
            <a:off x="694944" y="5669280"/>
            <a:ext cx="10680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정리하면 글도비는 “나중에 만들 시스템”이 아니라 이미 돌아가는 구조다. 지금 남아 있는 문제는 존재 여부가 아니라 drift와 하드닝 수준이다.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682</Words>
  <Application>Microsoft Office PowerPoint</Application>
  <PresentationFormat>와이드스크린</PresentationFormat>
  <Paragraphs>146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글도비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글도비 운영 전환 발표</dc:title>
  <dc:subject>글도비 운영 전환 발표용 AI 생산 구조 브리프</dc:subject>
  <dc:creator>Codex</dc:creator>
  <cp:lastModifiedBy>wjjo</cp:lastModifiedBy>
  <cp:revision>2</cp:revision>
  <dcterms:created xsi:type="dcterms:W3CDTF">2026-04-02T01:08:40Z</dcterms:created>
  <dcterms:modified xsi:type="dcterms:W3CDTF">2026-04-02T01:12:45Z</dcterms:modified>
</cp:coreProperties>
</file>