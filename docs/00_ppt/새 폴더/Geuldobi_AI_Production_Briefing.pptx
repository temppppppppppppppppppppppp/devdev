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대체하려는가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 보조 도구가 아니라 인간 집필 구조 자체를 겨냥한다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선언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4708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글도비의 목표는 PD와 작가의 집필 루프, 그리고 집필 후 편집 루프를 AI로 대체하는 것이다.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지향점은 인간을 생산 공정에서 배제하는 것이다.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0972800" cy="2057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글도비 지향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PD와 작가가 기획과 집필을 나눈다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기획 조건을 읽고 원고를 생산한다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편집자가 검토하고 수정 지시를 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평가하고 수정 루프를 다시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인간이 최종 승인한다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판정을 맡고 인간은 과도기에만 남는다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수와 일정이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예산과 운영 효율이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53212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5641848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인간 보조가 아니라 인간 치환이다. 발표에서 이 목적을 흐리면 글도비의 존재 이유가 사라진다.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구조와 현재 상태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지향은 인간 배제이고, 현재는 drift 때문에 과도기라는 점을 분리해서 본다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2/8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37033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06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지향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기획안을 바탕으로 글을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생산은 이미 AI가 담당 가능하다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품질을 판정하고 수정 루프를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drift 때문에 human-in-the-loop가 아직 남아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시스템이 생산과 로그를 통제한다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Director와 운영자가 과도기 보정 역할을 맡는다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A6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현재는 완전 무인이 아니라 무인화로 가는 과도기다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30368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340096"/>
            <a:ext cx="10680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의도를 숨길 필요는 없다. 지금 단계의 정확한 표현은 “인간 배제를 지향하지만, 현재는 drift 때문에 인간이 일부 남아 있는 상태”다.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0-2-3-4를 거치며 AI가 설계, 생산, 평가를 수행한다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06908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560320"/>
                <a:gridCol w="4937760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작품의 씨앗을 데이터 구조로 고정한다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 / BI 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 + 장르/시점/문체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세계관과 작품 규칙을 정의한다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2~6화 단위 이야기 배분을 설계한다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화별 스켈레톤을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원고를 생성하고 심사한다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596128"/>
            <a:ext cx="10680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단계가 많다는 사실이 아니라, 각 단계에 판정 게이트와 수정 루프가 붙어 있다는 점이다. 글도비는 단발 생성이 아니라 생산 라인이다.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사업 구조가 바뀌는가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품질 보조가 아니라 선인세, RS, IP 통제, 생산 스케일의 재편이다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251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포트폴리오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글도비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작품별로 선지급이 필요하다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작가 섭외를 위한 선투입 비용이 빠진다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발생 후에도 배분이 계속 붙는다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RS가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성과가 나도 회사 밖으로 빠지는 몫이 줄어든다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권리와 협의 구조가 분산될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통제가 가능하다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자산화와 후속 활용의 통제권이 높다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병목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수가 늘수록 사람 수와 일정이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예산과 운영 효율이 병목이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생산량이 인력보다 시스템 예산에 연동된다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인건비 + 선인세 + 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중심 변동비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 자체가 다르게 설계된다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87568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797296"/>
            <a:ext cx="10680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글도비는 “작가를 더 잘 돕는 도구”가 아니라, 인간 집필 구조를 API 비용 중심 구조로 갈아타게 만드는 인프라다.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포트폴리오도 안전하지 않다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비용만 과하게 위험해 보이는 착시는 인간 시장의 편차를 빼고 보기 때문에 생긴다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1605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93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작품당 12개월 합산 P50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1,327만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시장 중앙값도 절대적으로 높은 수준은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50% 매출 점유율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4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절반의 작품이 전체 매출의 5.9%만 차지한다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1,000만 미만 작품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74/160작품 (46%)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가까이가 12개월 1,000만 미만이다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선인세 500만 + 작가 몫 70% 미회수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E4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60/160작품 (38%)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포트폴리오도 선인세 미회수 위험이 적지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A6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인간도 원래 안전하지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운영비만 유독 위험하다고 보면 비교 기준이 왜곡된다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6692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슬라이드의 요지는 인간보다 AI가 무조건 낫다는 주장이 아니라, 인간 구조 역시 이미 미회수와 편차가 큰 시장이라는 점을 먼저 인정하자는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3,000만 원을 어떻게 볼 것인가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약속이 아니라 손실 상한이 고정된 포트폴리오 실험으로 읽는 게 맞다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069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단계 손실 상한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A6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3,000만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잃을 수 있는 최대 금액을 먼저 고정한다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 최소선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7작품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P25 기준으로 3,000만 원을 넘기는 구간이다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권고 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10작품 / 회수 확률 91.7%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비용으로 포트폴리오 효과를 설명하기 좋은 구간이다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고확률 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12작품 / 회수 확률 96.1%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손실 가능성을 더 낮추는 구간이다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인간 작가 대안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6작품 × 선인세 500만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작품 수가 줄고 RS가 붙는 구조라 포트폴리오 이점이 작아진다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596128"/>
            <a:ext cx="10680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“얼마 벌겠다”가 아니라 “최대 얼마까지 잃을 수 있고, 그 돈으로 인간 구조 대신 AI 구조를 검증할 가치가 있느냐”다.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기술적으로 어디까지 왔는가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쓰고 AI가 평가하는 구조는 이미 어느 수준까지는 작동하고 있다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41605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93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 → 2 → 3 → 4 완성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기획, 설계, 원고 생산이 계층 구조로 분리되어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생산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투자물·무협 14개 에피소드 무인 연속 생산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end-to-end 운용이 완전히 가정 단계는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6B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3,170개 케이스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레벨 검증 표면이 충분히 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47개 LLM 에이전트 / 10개 장르 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집필 보조가 아니라 운영 시스템 형태다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6-Tier 검증 + 7단계 Advisory Chain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쓰고 AI가 평가하는 구조를 지탱하는 장치다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1E2D4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6692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정리하면 글도비는 “나중에 만들 시스템”이 아니라 이미 돌아가는 구조다. 지금 남아 있는 문제는 존재 여부가 아니라 drift와 하드닝 수준이다.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전환 전에 잠가야 할 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이슈는 부가 논점이 아니라 회사 체계 전환 전에 잠가야 할 control plane 문제다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064240" y="4754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38862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포인트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Localhost bridge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bridge 인증과 권한 범위가 약하면 내부 운영형이어도 노출면이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IPC 또는 세션 토큰 기반으로 한정한다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WebSocket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전역 이벤트 노출은 다른 실행과 로그를 섞을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 또는 세션 단위로 scope를 분리한다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자격증명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settings.json 평문 키 저장은 로컬 탈취면을 넓힌다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 store 또는 service account로 옮긴다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단말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원고, 판정 사유, 로그가 남기 때문에 단말 통제가 약하면 그대로 노출된다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분리, 디스크 암호화, 최소 로그 보관으로 잠근다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21808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431536"/>
            <a:ext cx="10680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판단 포인트는 셋이다. 인간 집필 구조를 AI 생산 구조로 치환할 것인지, 3,000만 원 상한 안에서 이를 검증할 것인지, 그리고 그 전에 control plane 보안을 잠글 것인지다.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운영 전환 발표</dc:title>
  <dc:subject>글도비 운영 전환 발표용 AI 생산 구조 브리프</dc:subject>
  <dc:creator>Codex</dc:creator>
  <cp:lastModifiedBy>Codex</cp:lastModifiedBy>
  <cp:revision>1</cp:revision>
  <dcterms:created xsi:type="dcterms:W3CDTF">2026-04-02T01:08:40Z</dcterms:created>
  <dcterms:modified xsi:type="dcterms:W3CDTF">2026-04-02T01:08:40Z</dcterms:modified>
</cp:coreProperties>
</file>