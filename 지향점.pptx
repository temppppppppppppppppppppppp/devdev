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1. 전체 작동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소설 한 편이 만들어지는 과정은 5단계를 거칩니다.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93FB"/>
                </a:solidFill>
              </a:rPr>
              <a:t>설정집 로드  →  10권 전략  →  Arc 설계  →  씬 설계  →  원고 작성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• 먼저 </a:t>
            </a:r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설정집(bible)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을 읽어서 세계관, 캐릭터, 무공 등을 파악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• 전체 10권의 큰 그림을 잡고, 각 권을 5개 </a:t>
            </a:r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Arc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로 나눔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• 각 Arc는 여러 에피소드로 구성, 에피소드마다 </a:t>
            </a:r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6개 씬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설계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• 마지막으로 씬 설계(블루프린트)를 바탕으로 </a:t>
            </a:r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5,000자 이상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의 원고 작성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2. 누가 무슨 일을 하나?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각 단계마다 전문 AI 에이전트가 역할을 분담합니다.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[생성 담당]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Analyst — 전략을 짭니다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Architect — 씬을 설계합니다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Writer — 실제 원고를 씁니다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</a:rPr>
              <a:t>[검증 담당]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20116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Director — 품질 검수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ContinuityInspector — 앞뒤 일관성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</a:rPr>
              <a:t>• ConsensusValidator — 3-LLM 투표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모든 에이전트는 BaseAgent를 상속받아 Gemini API 호출. 응답 잘리면 자동 이어받기, JSON 깨지면 자가 치유.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3. Arc는 어떻게 만들어지나?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가장 중요한 Arc 설계는 4단계 파이프라인을 거칩니다.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93FB"/>
                </a:solidFill>
              </a:rPr>
              <a:t>제약조건 정리  →  3개 후보 생성  →  비평 &amp; 수정  →  3-LLM 투표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</a:rPr>
              <a:t>• 1단계: "주인공이 이미 가진 것, 아직 못 가진 것" 등 제약조건 정리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</a:rPr>
              <a:t>• 2단계: 서로 다른 3개의 Arc 후보를 동시에 생성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</a:rPr>
              <a:t>• 3단계: 비평 에이전트가 문제점 지적, 수정 제안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</a:rPr>
              <a:t>• 4단계: 3개 LLM이 투표, 2표 이상이면 최종 선정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→ "죽은 인물 재등장", "미습득 무공 사용" 같은 실수 방지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4. 품질은 어떻게 관리하나?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원고가 나올 때마다 7단계 검증을 거칩니다.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</a:rPr>
              <a:t>• BLOCKING 검증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죽은 NPC 부활, 미습득 무공 → 즉시 탈락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</a:rPr>
              <a:t>• SCORING 검증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100점 만점, 70점 이상 통과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</a:rPr>
              <a:t>• ADVISORY 검증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제안만 (탈락 없음)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탈락 시 피드백과 함께 재작성 요청: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"분량 4,000자밖에 안 돼요. 대화 300자, 묘사 400자 추가하세요"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"씬 5, 6이 너무 짧아요. 후반부 밀도 높이세요"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"이미 가진 검을 또 획득하려 합니다. 꺼내서 사용으로 바꾸세요"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5. 데이터는 어디에 저장되나?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3가지 저장소를 함께 사용합니다.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SQLite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모든 원고, 블루프린트, 캐릭터 상태의 </a:t>
            </a:r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</a:rPr>
              <a:t>진짜 원본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ChromaDB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벡터 검색용. "비슷한 장면 찾아줘"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텍스트 파일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사람이 읽기 편하게 백업한 원고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</a:rPr>
              <a:t>핵심 규칙: 설정 파일과 DB가 충돌하면 DB가 우선 (DB = 진실의 원천)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매 작업마다 _safe_commit()으로 안전 저장, 문제 시 자동 롤백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6. 장르는 어떻게 바꾸나?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현재 무협, 헌터, 투자 3개 장르 지원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무협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내공, 무공, 문파 시스템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헌터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던전, 게이트, 랭킹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• 투자</a:t>
            </a:r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 — 주식, 시장, 회귀 시스템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</a:rPr>
              <a:t>장르마다 GenreGuard가 해당 장르 맞는 검증 규칙 적용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예: 무협 → "미습득 무공 사용" 체크 / 헌터 → "던전 랭크 불일치" 체크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Wuxia Studio V60 시스템 구조</dc:title>
  <dc:subject>PptxGenJS Presentation</dc:subject>
  <dc:creator>PptxGenJS</dc:creator>
  <cp:lastModifiedBy>PptxGenJS</cp:lastModifiedBy>
  <cp:revision>1</cp:revision>
  <dcterms:created xsi:type="dcterms:W3CDTF">2026-02-03T04:35:08Z</dcterms:created>
  <dcterms:modified xsi:type="dcterms:W3CDTF">2026-02-03T04:35:08Z</dcterms:modified>
</cp:coreProperties>
</file>